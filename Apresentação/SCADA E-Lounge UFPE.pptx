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8210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SCADA E-Lounge UFPE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108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Monitoramento e Gestão do Eletroposto Smart da UFPE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8044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Disciplina: Sistemas Supervisórios 1 | Professor: Davidson Marques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45655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Central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8995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Desenvolver um sistema SCADA para aquisição de dados em tempo real, facilitando a gestão operacional do Living Lab de mobilidade elétrica.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208907"/>
            <a:ext cx="18097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85825" y="40948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0948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Monitoramento de processos críticos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85825" y="43996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3996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Visualização de dados energéticos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85825" y="47044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47044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Gestão de alarmes e falhas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50092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50092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HMI de alta performance focada no operador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Visão Estratégica do Projeto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84223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Geração Solar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219723"/>
            <a:ext cx="2921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9,77 kWp instalados com 17 módulos Jinko. Produção média de 1.100 kWh/mês.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62523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Armazenamento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35549" y="4219723"/>
            <a:ext cx="2921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Bateria BYD de 13,8 kWh com 12,8 kW de potência. Garantia de operação off-grid.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40822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Carregadores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13849" y="4219723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Unidade CC de 30kW (WEG) e unidades CA de 22kW/7kW para recarga rápida e semirrápida.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313387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313387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612" y="313387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Especificações Técnicas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585019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Arquitetura On-Grid e Off-Grid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299519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sistema é capaz de operar isolado da rede utilizando o armazenamento em baterias e a geração solar para manter cargas críticas.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594919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integração plena permite escoar excedentes para a rede elétrica ou importar energia conforme demanda do sistema de gestão inteligente MicroRED.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245655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HMI de Alta Performance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98995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tela de visão geral apresenta o fluxo energético principal. Utiliza símbolos dinâmicos para indicar o estado de carga (SoC) e a direção do fluxo de potência.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208907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85825" y="40948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40948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Status visual dos painéis solares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85825" y="43996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43996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Nível de bateria em tempo real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85825" y="47044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47044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Indicação de recargas ativas (CC/CA)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Visão Geral (Topologia)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208907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334125" y="245655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Dados do Sistema Solar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34125" y="298995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Monitoramento detalhado dos controladores MPPT 250/100 e 150/70.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34125" y="379005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sistema apresenta gráficos de tendência para Tensão e Corrente, permitindo prever a produção diária e detectar sombreamentos ou falhas nos strings.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Rede e Geração Solar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245655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Unidade BYD e Multiplus II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98995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Detalhamento das variáveis críticas de armazenamento: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208907"/>
            <a:ext cx="22479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85825" y="34852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348525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SoC (State of Charge):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Nível percentual de energia.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85825" y="37900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52500" y="379005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Saúde Térmica: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Monitoramento de temperatura interna.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85825" y="43996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439965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Frequência e Tensão: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Estabilidade do barramento CA de saída.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Bateria e Inversor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245655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Gestão WEG (CC e CA)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98995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Diferenciação via hardware: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89495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Visualização em tempo real da potência de recarga e tempo estimado.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208907"/>
            <a:ext cx="15525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885825" y="34852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52500" y="348525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Carregador CC (30kW):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Medição direta via Multimedidor Schneider.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85825" y="40948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52500" y="409485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Carregador 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Monitoramento via balanço energético do sistema SINEAX.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Controle de Carregadores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800498"/>
            <a:ext cx="3492549" cy="2588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84223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Limite de 20 Tags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57250" y="4219723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Foco nas variáveis primárias (Tensão/Corrente) de cada um dos 5 equipamentos.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562523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Cálculos Internos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635549" y="4219723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Potências calculadas via script ($P=V \times I$) para economizar tags de comunicação.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340822" y="372442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Agregação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413849" y="4219723"/>
            <a:ext cx="2921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DM Sans"/>
                <a:ea typeface="DM Sans"/>
                <a:cs typeface="DM Sans"/>
                <a:sym typeface="DM Sans"/>
              </a:rPr>
              <a:t>Uso de tags de "Média" e "Total" dos medidores Schneider e SINEAX.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313387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3125" y="313387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612" y="313387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Otimização Elipse E3 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2504182"/>
            <a:ext cx="5286375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20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3942457"/>
            <a:ext cx="52863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Alarmes Totais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6334125" y="2656582"/>
            <a:ext cx="5286375" cy="895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477000" y="279945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10 Alarmes Discretos (Falhas Críticas, Equipamento Off)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6334125" y="3647182"/>
            <a:ext cx="5286375" cy="895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334125" y="2656582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6477000" y="379005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10 Alarmes Analógicos (Sobre-tensão, Alta Temperatura)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334125" y="4637782"/>
            <a:ext cx="5286375" cy="895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334125" y="3647182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6477000" y="478065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Histórico de eventos com reconhecimento de operador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6334125" y="4637782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Segurança e Alertas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6607"/>
            <a:ext cx="52863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56607"/>
            <a:ext cx="528637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857250" y="3409057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Navegação Dinâmica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57250" y="3942457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Utilização de barra de menu inferior para troca rápida entre telas de Rede, Bateria e Carregadores.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19875" y="3409057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Segurança de Acesso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19875" y="3942457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Sistema de Login implementado com níveis de permissão (Usuário vs Admin) para controle de parâmetros.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 do Projeto E3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295275" y="1526827"/>
            <a:ext cx="1160145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Dúvidas?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303936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Obrigado pela atenção!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5619750" y="4014638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462423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Apresentação: SCADA E-Lounge UFPE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531003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Maio de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571500" y="253007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331484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40996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3053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3053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0900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0900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48748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8748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95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26729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https://www.csus.edu/news/newsroom/stories/2026/4/images/beam-charger.jpg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291866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www.csus.edu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64272"/>
            <a:ext cx="21240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34577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https://snworksceo.imgix.net/wfw/45f109e9-2167-4a00-be00-66076f94d622.sized-1000x1000.jpg?h=500&amp;dpr=2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37034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www.thefrontonline.com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9042"/>
            <a:ext cx="12763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42424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https://img.thingsboard.io/solutions/scada-energy-management/energy-management-dashboard-6-pe.png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44882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thingsboard.io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33813"/>
            <a:ext cx="20764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502726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https://www.victronenergy.com/blog/wp-content/uploads/sites/10/2020/05/Efigalia-BYD-2_133721145.jpg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52729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www.victronenergy.com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9508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